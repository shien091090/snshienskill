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講稿對應: 背景第一段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937"/>
                </a:solidFill>
                <a:latin typeface="Noto Sans TC"/>
              </a:rPr>
              <a:t>為什麼要做這件事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Noto Sans TC"/>
              </a:rPr>
              <a:t>把散亂素材變成一份簡報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Noto Sans TC"/>
              </a:rPr>
              <a:t>現況三個痛點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TC"/>
              </a:rPr>
              <a:t>素材散在各處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講稿與頁面混在一起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排版每次從零開始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TC"/>
              </a:rPr>
              <a:t>目前的流程長這樣</a:t>
            </a:r>
          </a:p>
        </p:txBody>
      </p:sp>
      <p:pic>
        <p:nvPicPr>
          <p:cNvPr id="3" name="Picture 2" descr="flow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99" y="1645920"/>
            <a:ext cx="560832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Noto Sans TC"/>
              </a:rPr>
              <a:t>每一步都是手動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563EB"/>
                </a:solidFill>
                <a:latin typeface="Noto Sans TC"/>
              </a:rPr>
              <a:t>做法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TC"/>
              </a:rPr>
              <a:t>理想的樣子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937"/>
                </a:solidFill>
                <a:latin typeface="Noto Sans TC"/>
              </a:rPr>
              <a:t>[待補圖] 描述: 一張簡化的箭頭圖, 三步變一步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Noto Sans TC"/>
              </a:rPr>
              <a:t>六階段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一個資料夾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一份 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TC"/>
              </a:rPr>
              <a:t>舊 vs 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Noto Sans TC"/>
              </a:rPr>
              <a:t>舊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手動搬檔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邊寫邊排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Noto Sans TC"/>
              </a:rPr>
              <a:t>新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AI 分類</a:t>
            </a:r>
          </a:p>
          <a:p>
            <a:r>
              <a:rPr sz="2000" b="0">
                <a:solidFill>
                  <a:srgbClr val="1F2937"/>
                </a:solidFill>
                <a:latin typeface="Noto Sans TC"/>
              </a:rPr>
              <a:t>先講稿再頁面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